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Objective: To analyze sales data across stores, locations, and products to identify key performance trends.</a:t>
            </a:r>
          </a:p>
          <a:p>
            <a:endParaRPr dirty="0"/>
          </a:p>
          <a:p>
            <a:r>
              <a:rPr dirty="0"/>
              <a:t>Tools Used: SQL Server, Power BI</a:t>
            </a:r>
          </a:p>
          <a:p>
            <a:endParaRPr dirty="0"/>
          </a:p>
          <a:p>
            <a:r>
              <a:rPr dirty="0"/>
              <a:t>Datasets:</a:t>
            </a:r>
          </a:p>
          <a:p>
            <a:r>
              <a:rPr dirty="0"/>
              <a:t>- SALES – transaction-level data</a:t>
            </a:r>
          </a:p>
          <a:p>
            <a:r>
              <a:rPr dirty="0"/>
              <a:t>- PRODUCTS – product details</a:t>
            </a:r>
          </a:p>
          <a:p>
            <a:r>
              <a:rPr dirty="0"/>
              <a:t>- STORES – store info (name, location, area)</a:t>
            </a:r>
          </a:p>
          <a:p>
            <a:r>
              <a:rPr dirty="0"/>
              <a:t>- INVENTORY – stock on hand</a:t>
            </a:r>
          </a:p>
          <a:p>
            <a:endParaRPr dirty="0"/>
          </a:p>
          <a:p>
            <a:r>
              <a:rPr dirty="0"/>
              <a:t>Key Focus Areas:</a:t>
            </a:r>
          </a:p>
          <a:p>
            <a:r>
              <a:rPr dirty="0"/>
              <a:t>- Monthly Sales Trend</a:t>
            </a:r>
          </a:p>
          <a:p>
            <a:r>
              <a:rPr dirty="0"/>
              <a:t>- Top &amp; Bottom Performing Stores</a:t>
            </a:r>
          </a:p>
          <a:p>
            <a:r>
              <a:rPr dirty="0"/>
              <a:t>- Impact of Location on Sales</a:t>
            </a:r>
          </a:p>
          <a:p>
            <a:r>
              <a:rPr dirty="0"/>
              <a:t>- Product-Store Relationship</a:t>
            </a:r>
          </a:p>
          <a:p>
            <a:r>
              <a:rPr dirty="0"/>
              <a:t>- High Demand Product Categories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Sales Performance Analysis (2022–2023)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1. Data Preparation:</a:t>
            </a:r>
          </a:p>
          <a:p>
            <a:r>
              <a:rPr sz="1800" dirty="0"/>
              <a:t>- Cleaned and imported data into SQL Server</a:t>
            </a:r>
          </a:p>
          <a:p>
            <a:r>
              <a:rPr sz="1800" dirty="0"/>
              <a:t>- Removed duplicates and handled missing values</a:t>
            </a:r>
          </a:p>
          <a:p>
            <a:endParaRPr sz="1800" dirty="0"/>
          </a:p>
          <a:p>
            <a:r>
              <a:rPr sz="1800" dirty="0"/>
              <a:t>2. Data Analysis in SQL:</a:t>
            </a:r>
          </a:p>
          <a:p>
            <a:r>
              <a:rPr sz="1800" dirty="0"/>
              <a:t>- Monthly-wise sales trend for 2022 &amp; 2023</a:t>
            </a:r>
          </a:p>
          <a:p>
            <a:r>
              <a:rPr sz="1800" dirty="0"/>
              <a:t>- Identified Top 5 and Bottom 5 Stores</a:t>
            </a:r>
          </a:p>
          <a:p>
            <a:r>
              <a:rPr sz="1800" dirty="0"/>
              <a:t>- Evaluated sales by location and category</a:t>
            </a:r>
          </a:p>
          <a:p>
            <a:r>
              <a:rPr sz="1800" dirty="0"/>
              <a:t>- Analyzed product–store relationships</a:t>
            </a:r>
          </a:p>
          <a:p>
            <a:r>
              <a:rPr sz="1800" dirty="0"/>
              <a:t>- Calculated average inventory per store and product</a:t>
            </a:r>
          </a:p>
          <a:p>
            <a:endParaRPr sz="1800" dirty="0"/>
          </a:p>
          <a:p>
            <a:r>
              <a:rPr sz="1800" dirty="0"/>
              <a:t>3. Visualization in Power BI:</a:t>
            </a:r>
          </a:p>
          <a:p>
            <a:r>
              <a:rPr sz="1800" dirty="0"/>
              <a:t>- Created interactive dashboards showing trends, comparisons, and KPIs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Process &amp;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• Sales Trend: Noticeable growth in 2023 </a:t>
            </a:r>
            <a:r>
              <a:rPr sz="1800" dirty="0" err="1"/>
              <a:t>vs</a:t>
            </a:r>
            <a:r>
              <a:rPr sz="1800" dirty="0"/>
              <a:t> 2022.</a:t>
            </a:r>
          </a:p>
          <a:p>
            <a:r>
              <a:rPr sz="1800" dirty="0"/>
              <a:t>• Top Stores: Few stores consistently outperform others.</a:t>
            </a:r>
          </a:p>
          <a:p>
            <a:r>
              <a:rPr sz="1800" dirty="0"/>
              <a:t>• Location Effect: Urban locations show higher sales volumes.</a:t>
            </a:r>
          </a:p>
          <a:p>
            <a:r>
              <a:rPr sz="1800" dirty="0"/>
              <a:t>• High Demand Category: [Insert top category from Power BI visuals]</a:t>
            </a:r>
          </a:p>
          <a:p>
            <a:r>
              <a:rPr sz="1800" dirty="0"/>
              <a:t>• Inventory Insight: Some stores hold excess stock with lower sales turnover.</a:t>
            </a:r>
          </a:p>
          <a:p>
            <a:endParaRPr sz="1800" dirty="0"/>
          </a:p>
          <a:p>
            <a:r>
              <a:rPr sz="1800" dirty="0"/>
              <a:t>Tip: Add Power BI charts here (e.g., monthly trend line, store bar chart).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 &amp;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7276"/>
            <a:ext cx="8229600" cy="5068888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Pros:</a:t>
            </a:r>
          </a:p>
          <a:p>
            <a:r>
              <a:rPr dirty="0"/>
              <a:t>- Clear visibility into store and product performance</a:t>
            </a:r>
          </a:p>
          <a:p>
            <a:r>
              <a:rPr dirty="0"/>
              <a:t>- Easy identification of sales trends and weak zones</a:t>
            </a:r>
          </a:p>
          <a:p>
            <a:r>
              <a:rPr dirty="0"/>
              <a:t>- Automated KPI dashboards in Power BI</a:t>
            </a:r>
          </a:p>
          <a:p>
            <a:endParaRPr dirty="0"/>
          </a:p>
          <a:p>
            <a:r>
              <a:rPr dirty="0"/>
              <a:t>Cons / Limitations:</a:t>
            </a:r>
          </a:p>
          <a:p>
            <a:r>
              <a:rPr dirty="0"/>
              <a:t>- Missing data in some records</a:t>
            </a:r>
          </a:p>
          <a:p>
            <a:r>
              <a:rPr dirty="0"/>
              <a:t>- No pricing or revenue metrics for deeper profitability analysis</a:t>
            </a:r>
          </a:p>
          <a:p>
            <a:r>
              <a:rPr dirty="0"/>
              <a:t>- Analysis limited to 2 years (2022–2023)</a:t>
            </a:r>
          </a:p>
          <a:p>
            <a:endParaRPr dirty="0"/>
          </a:p>
          <a:p>
            <a:r>
              <a:rPr dirty="0"/>
              <a:t>Future Scope:</a:t>
            </a:r>
          </a:p>
          <a:p>
            <a:r>
              <a:rPr dirty="0"/>
              <a:t>- Integrate with real-time sales APIs</a:t>
            </a:r>
          </a:p>
          <a:p>
            <a:r>
              <a:rPr dirty="0"/>
              <a:t>- Include cost/revenue data for margin analysis</a:t>
            </a:r>
          </a:p>
          <a:p>
            <a:r>
              <a:rPr dirty="0"/>
              <a:t>- Forecast future sales using Power BI predictive models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Pros, Cons &amp; Future Scope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672</TotalTime>
  <Words>341</Words>
  <Application>Microsoft Office PowerPoint</Application>
  <PresentationFormat>On-screen Show (4:3)</PresentationFormat>
  <Paragraphs>54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Concourse</vt:lpstr>
      <vt:lpstr>Sales Performance Analysis (2022–2023)</vt:lpstr>
      <vt:lpstr>Process &amp; Analysis</vt:lpstr>
      <vt:lpstr>Insights &amp; Outcomes</vt:lpstr>
      <vt:lpstr>Pros, Cons &amp; Future Scope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 (2022–2023)</dc:title>
  <dc:creator>shobhit</dc:creator>
  <dc:description>generated using python-pptx</dc:description>
  <cp:lastModifiedBy>shobhit</cp:lastModifiedBy>
  <cp:revision>5</cp:revision>
  <dcterms:created xsi:type="dcterms:W3CDTF">2013-01-27T09:14:16Z</dcterms:created>
  <dcterms:modified xsi:type="dcterms:W3CDTF">2025-11-05T03:56:53Z</dcterms:modified>
</cp:coreProperties>
</file>